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rial Bold" charset="1" panose="020B0704020202020204"/>
      <p:regular r:id="rId14"/>
    </p:embeddedFont>
    <p:embeddedFont>
      <p:font typeface="Arial Italics" charset="1" panose="020B0604020202090204"/>
      <p:regular r:id="rId15"/>
    </p:embeddedFont>
    <p:embeddedFont>
      <p:font typeface="Calibri (MS) Italics" charset="1" panose="020F05020202040A0204"/>
      <p:regular r:id="rId16"/>
    </p:embeddedFon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26764" y="-36063"/>
            <a:ext cx="3526639" cy="1983735"/>
            <a:chOff x="0" y="0"/>
            <a:chExt cx="2763520" cy="1554480"/>
          </a:xfrm>
        </p:grpSpPr>
        <p:sp>
          <p:nvSpPr>
            <p:cNvPr name="Freeform 4" id="4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795760" y="0"/>
            <a:ext cx="6446520" cy="6446520"/>
            <a:chOff x="0" y="0"/>
            <a:chExt cx="8595360" cy="8595360"/>
          </a:xfrm>
        </p:grpSpPr>
        <p:sp>
          <p:nvSpPr>
            <p:cNvPr name="Freeform 6" id="6" descr="/home/claude/medaithon/speedlines_tr.png"/>
            <p:cNvSpPr/>
            <p:nvPr/>
          </p:nvSpPr>
          <p:spPr>
            <a:xfrm flipH="false" flipV="false" rot="0">
              <a:off x="0" y="0"/>
              <a:ext cx="8595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4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4380" y="1755648"/>
            <a:ext cx="6720840" cy="822960"/>
            <a:chOff x="0" y="0"/>
            <a:chExt cx="896112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1097280"/>
                  </a:moveTo>
                  <a:lnTo>
                    <a:pt x="274320" y="0"/>
                  </a:lnTo>
                  <a:lnTo>
                    <a:pt x="8961120" y="0"/>
                  </a:lnTo>
                  <a:lnTo>
                    <a:pt x="868680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7406640" y="1947672"/>
            <a:ext cx="438912" cy="438912"/>
            <a:chOff x="0" y="0"/>
            <a:chExt cx="585216" cy="585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E6206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58621" y="1755648"/>
            <a:ext cx="6515100" cy="822960"/>
            <a:chOff x="0" y="0"/>
            <a:chExt cx="86868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8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4256" r="0" b="-104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6868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REGISTRATION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62888" y="1484948"/>
            <a:ext cx="9511665" cy="1213485"/>
            <a:chOff x="0" y="0"/>
            <a:chExt cx="12682220" cy="16179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82220" cy="1820164"/>
            </a:xfrm>
            <a:custGeom>
              <a:avLst/>
              <a:gdLst/>
              <a:ahLst/>
              <a:cxnLst/>
              <a:rect r="r" b="b" t="t" l="l"/>
              <a:pathLst>
                <a:path h="1820164" w="12682220">
                  <a:moveTo>
                    <a:pt x="0" y="269621"/>
                  </a:moveTo>
                  <a:cubicBezTo>
                    <a:pt x="0" y="120777"/>
                    <a:pt x="120777" y="0"/>
                    <a:pt x="269621" y="0"/>
                  </a:cubicBezTo>
                  <a:lnTo>
                    <a:pt x="2113661" y="0"/>
                  </a:lnTo>
                  <a:lnTo>
                    <a:pt x="5284216" y="0"/>
                  </a:lnTo>
                  <a:lnTo>
                    <a:pt x="12412599" y="0"/>
                  </a:lnTo>
                  <a:cubicBezTo>
                    <a:pt x="12561570" y="0"/>
                    <a:pt x="12682220" y="120777"/>
                    <a:pt x="12682220" y="269621"/>
                  </a:cubicBezTo>
                  <a:lnTo>
                    <a:pt x="12682220" y="943864"/>
                  </a:lnTo>
                  <a:lnTo>
                    <a:pt x="12682220" y="1348359"/>
                  </a:lnTo>
                  <a:cubicBezTo>
                    <a:pt x="12682220" y="1497330"/>
                    <a:pt x="12561443" y="1617980"/>
                    <a:pt x="12412599" y="1617980"/>
                  </a:cubicBezTo>
                  <a:lnTo>
                    <a:pt x="5284216" y="1617980"/>
                  </a:lnTo>
                  <a:lnTo>
                    <a:pt x="3699002" y="1820164"/>
                  </a:lnTo>
                  <a:lnTo>
                    <a:pt x="2113661" y="1617980"/>
                  </a:lnTo>
                  <a:lnTo>
                    <a:pt x="269621" y="1617980"/>
                  </a:lnTo>
                  <a:cubicBezTo>
                    <a:pt x="120777" y="1617980"/>
                    <a:pt x="0" y="1497203"/>
                    <a:pt x="0" y="1348359"/>
                  </a:cubicBezTo>
                  <a:lnTo>
                    <a:pt x="0" y="943864"/>
                  </a:lnTo>
                  <a:close/>
                </a:path>
              </a:pathLst>
            </a:custGeom>
            <a:solidFill>
              <a:srgbClr val="E6206E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494758" y="1520131"/>
            <a:ext cx="8915400" cy="1028700"/>
            <a:chOff x="0" y="0"/>
            <a:chExt cx="11887200" cy="137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87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8872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NAME:  </a:t>
              </a:r>
              <a:r>
                <a:rPr lang="en-US" sz="2700" i="true">
                  <a:solidFill>
                    <a:srgbClr val="FFE1EE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[Enter Your Team Name]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4380" y="2770632"/>
            <a:ext cx="8915400" cy="480060"/>
            <a:chOff x="0" y="0"/>
            <a:chExt cx="118872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887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 spc="149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HACKATHON SQUAD FILE  •  5 MEMBERS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96766" y="3471386"/>
            <a:ext cx="3220784" cy="5195888"/>
            <a:chOff x="0" y="0"/>
            <a:chExt cx="4294378" cy="69278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94378" cy="6927850"/>
            </a:xfrm>
            <a:custGeom>
              <a:avLst/>
              <a:gdLst/>
              <a:ahLst/>
              <a:cxnLst/>
              <a:rect r="r" b="b" t="t" l="l"/>
              <a:pathLst>
                <a:path h="6927850" w="4294378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4108450" y="0"/>
                  </a:lnTo>
                  <a:cubicBezTo>
                    <a:pt x="4211066" y="0"/>
                    <a:pt x="4294378" y="83185"/>
                    <a:pt x="4294378" y="185928"/>
                  </a:cubicBezTo>
                  <a:lnTo>
                    <a:pt x="4294378" y="6741922"/>
                  </a:lnTo>
                  <a:cubicBezTo>
                    <a:pt x="4294378" y="6844538"/>
                    <a:pt x="4211193" y="6927850"/>
                    <a:pt x="4108450" y="6927850"/>
                  </a:cubicBezTo>
                  <a:lnTo>
                    <a:pt x="185928" y="6927850"/>
                  </a:lnTo>
                  <a:cubicBezTo>
                    <a:pt x="83185" y="6927850"/>
                    <a:pt x="0" y="6844665"/>
                    <a:pt x="0" y="6741922"/>
                  </a:cubicBezTo>
                  <a:close/>
                </a:path>
              </a:pathLst>
            </a:custGeom>
            <a:solidFill>
              <a:srgbClr val="FFFFFF"/>
            </a:solidFill>
            <a:ln w="52388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628966" y="3857816"/>
            <a:ext cx="1556385" cy="1556385"/>
            <a:chOff x="0" y="0"/>
            <a:chExt cx="2075180" cy="20751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751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2075180">
                  <a:moveTo>
                    <a:pt x="0" y="1037590"/>
                  </a:moveTo>
                  <a:cubicBezTo>
                    <a:pt x="0" y="464566"/>
                    <a:pt x="464566" y="0"/>
                    <a:pt x="1037590" y="0"/>
                  </a:cubicBezTo>
                  <a:cubicBezTo>
                    <a:pt x="1610614" y="0"/>
                    <a:pt x="2075180" y="464566"/>
                    <a:pt x="2075180" y="1037590"/>
                  </a:cubicBezTo>
                  <a:cubicBezTo>
                    <a:pt x="2075180" y="1610614"/>
                    <a:pt x="1610614" y="2075180"/>
                    <a:pt x="1037590" y="2075180"/>
                  </a:cubicBezTo>
                  <a:cubicBezTo>
                    <a:pt x="464566" y="2075180"/>
                    <a:pt x="0" y="1610614"/>
                    <a:pt x="0" y="1037590"/>
                  </a:cubicBezTo>
                  <a:close/>
                </a:path>
              </a:pathLst>
            </a:custGeom>
            <a:solidFill>
              <a:srgbClr val="E6206E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652778" y="3881628"/>
            <a:ext cx="1508760" cy="1508760"/>
            <a:chOff x="0" y="0"/>
            <a:chExt cx="2011680" cy="2011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0116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305556" y="3703320"/>
            <a:ext cx="576072" cy="576072"/>
            <a:chOff x="0" y="0"/>
            <a:chExt cx="768096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293370"/>
                  </a:moveTo>
                  <a:lnTo>
                    <a:pt x="293370" y="293370"/>
                  </a:lnTo>
                  <a:lnTo>
                    <a:pt x="384048" y="0"/>
                  </a:lnTo>
                  <a:lnTo>
                    <a:pt x="474726" y="293370"/>
                  </a:lnTo>
                  <a:lnTo>
                    <a:pt x="768096" y="293370"/>
                  </a:lnTo>
                  <a:lnTo>
                    <a:pt x="530733" y="474726"/>
                  </a:lnTo>
                  <a:lnTo>
                    <a:pt x="621411" y="768096"/>
                  </a:lnTo>
                  <a:lnTo>
                    <a:pt x="384048" y="586740"/>
                  </a:lnTo>
                  <a:lnTo>
                    <a:pt x="146685" y="768096"/>
                  </a:lnTo>
                  <a:lnTo>
                    <a:pt x="237363" y="474726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42416" y="5582412"/>
            <a:ext cx="2729484" cy="329184"/>
            <a:chOff x="0" y="0"/>
            <a:chExt cx="3639312" cy="43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NAME: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42416" y="5856732"/>
            <a:ext cx="2729484" cy="356616"/>
            <a:chOff x="0" y="0"/>
            <a:chExt cx="3639312" cy="4754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2416" y="6350508"/>
            <a:ext cx="2729484" cy="329184"/>
            <a:chOff x="0" y="0"/>
            <a:chExt cx="3639312" cy="4389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BRANCH / YEAR: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42416" y="6624828"/>
            <a:ext cx="2729484" cy="356616"/>
            <a:chOff x="0" y="0"/>
            <a:chExt cx="3639312" cy="4754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2416" y="7118604"/>
            <a:ext cx="2729484" cy="329184"/>
            <a:chOff x="0" y="0"/>
            <a:chExt cx="3639312" cy="4389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COLLEGE: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42416" y="7392924"/>
            <a:ext cx="2729484" cy="356616"/>
            <a:chOff x="0" y="0"/>
            <a:chExt cx="3639312" cy="4754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87552" y="7790688"/>
            <a:ext cx="2839212" cy="630936"/>
            <a:chOff x="0" y="0"/>
            <a:chExt cx="3785616" cy="8412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785616" cy="841248"/>
            </a:xfrm>
            <a:custGeom>
              <a:avLst/>
              <a:gdLst/>
              <a:ahLst/>
              <a:cxnLst/>
              <a:rect r="r" b="b" t="t" l="l"/>
              <a:pathLst>
                <a:path h="841248" w="3785616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3364992" y="0"/>
                  </a:lnTo>
                  <a:cubicBezTo>
                    <a:pt x="3597275" y="0"/>
                    <a:pt x="3785616" y="188341"/>
                    <a:pt x="3785616" y="420624"/>
                  </a:cubicBezTo>
                  <a:cubicBezTo>
                    <a:pt x="3785616" y="652907"/>
                    <a:pt x="3597275" y="841248"/>
                    <a:pt x="3364992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E6206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14984" y="7790688"/>
            <a:ext cx="2784348" cy="630936"/>
            <a:chOff x="0" y="0"/>
            <a:chExt cx="3712464" cy="8412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12464" cy="841248"/>
            </a:xfrm>
            <a:custGeom>
              <a:avLst/>
              <a:gdLst/>
              <a:ahLst/>
              <a:cxnLst/>
              <a:rect r="r" b="b" t="t" l="l"/>
              <a:pathLst>
                <a:path h="841248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88" r="0" b="-3598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712464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ANY GENDER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246340" y="3471386"/>
            <a:ext cx="3220784" cy="5195888"/>
            <a:chOff x="0" y="0"/>
            <a:chExt cx="4294378" cy="69278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94378" cy="6927850"/>
            </a:xfrm>
            <a:custGeom>
              <a:avLst/>
              <a:gdLst/>
              <a:ahLst/>
              <a:cxnLst/>
              <a:rect r="r" b="b" t="t" l="l"/>
              <a:pathLst>
                <a:path h="6927850" w="4294378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4108450" y="0"/>
                  </a:lnTo>
                  <a:cubicBezTo>
                    <a:pt x="4211066" y="0"/>
                    <a:pt x="4294378" y="83185"/>
                    <a:pt x="4294378" y="185928"/>
                  </a:cubicBezTo>
                  <a:lnTo>
                    <a:pt x="4294378" y="6741922"/>
                  </a:lnTo>
                  <a:cubicBezTo>
                    <a:pt x="4294378" y="6844538"/>
                    <a:pt x="4211193" y="6927850"/>
                    <a:pt x="4108450" y="6927850"/>
                  </a:cubicBezTo>
                  <a:lnTo>
                    <a:pt x="185928" y="6927850"/>
                  </a:lnTo>
                  <a:cubicBezTo>
                    <a:pt x="83185" y="6927850"/>
                    <a:pt x="0" y="6844665"/>
                    <a:pt x="0" y="6741922"/>
                  </a:cubicBezTo>
                  <a:close/>
                </a:path>
              </a:pathLst>
            </a:custGeom>
            <a:solidFill>
              <a:srgbClr val="FFFFFF"/>
            </a:solidFill>
            <a:ln w="52388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5078540" y="3857816"/>
            <a:ext cx="1556385" cy="1556385"/>
            <a:chOff x="0" y="0"/>
            <a:chExt cx="2075180" cy="20751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751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2075180">
                  <a:moveTo>
                    <a:pt x="0" y="1037590"/>
                  </a:moveTo>
                  <a:cubicBezTo>
                    <a:pt x="0" y="464566"/>
                    <a:pt x="464566" y="0"/>
                    <a:pt x="1037590" y="0"/>
                  </a:cubicBezTo>
                  <a:cubicBezTo>
                    <a:pt x="1610614" y="0"/>
                    <a:pt x="2075180" y="464566"/>
                    <a:pt x="2075180" y="1037590"/>
                  </a:cubicBezTo>
                  <a:cubicBezTo>
                    <a:pt x="2075180" y="1610614"/>
                    <a:pt x="1610614" y="2075180"/>
                    <a:pt x="1037590" y="2075180"/>
                  </a:cubicBezTo>
                  <a:cubicBezTo>
                    <a:pt x="464566" y="2075180"/>
                    <a:pt x="0" y="1610614"/>
                    <a:pt x="0" y="1037590"/>
                  </a:cubicBezTo>
                  <a:close/>
                </a:path>
              </a:pathLst>
            </a:custGeom>
            <a:solidFill>
              <a:srgbClr val="1C4FA8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5102352" y="3881628"/>
            <a:ext cx="1508760" cy="1508760"/>
            <a:chOff x="0" y="0"/>
            <a:chExt cx="2011680" cy="2011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20116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755130" y="3703320"/>
            <a:ext cx="576072" cy="576072"/>
            <a:chOff x="0" y="0"/>
            <a:chExt cx="768096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293370"/>
                  </a:moveTo>
                  <a:lnTo>
                    <a:pt x="293370" y="293370"/>
                  </a:lnTo>
                  <a:lnTo>
                    <a:pt x="384048" y="0"/>
                  </a:lnTo>
                  <a:lnTo>
                    <a:pt x="474726" y="293370"/>
                  </a:lnTo>
                  <a:lnTo>
                    <a:pt x="768096" y="293370"/>
                  </a:lnTo>
                  <a:lnTo>
                    <a:pt x="530733" y="474726"/>
                  </a:lnTo>
                  <a:lnTo>
                    <a:pt x="621411" y="768096"/>
                  </a:lnTo>
                  <a:lnTo>
                    <a:pt x="384048" y="586740"/>
                  </a:lnTo>
                  <a:lnTo>
                    <a:pt x="146685" y="768096"/>
                  </a:lnTo>
                  <a:lnTo>
                    <a:pt x="237363" y="474726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491990" y="5582412"/>
            <a:ext cx="2729484" cy="329184"/>
            <a:chOff x="0" y="0"/>
            <a:chExt cx="3639312" cy="4389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NAME: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491990" y="5856732"/>
            <a:ext cx="2729484" cy="356616"/>
            <a:chOff x="0" y="0"/>
            <a:chExt cx="3639312" cy="4754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491990" y="6350508"/>
            <a:ext cx="2729484" cy="329184"/>
            <a:chOff x="0" y="0"/>
            <a:chExt cx="3639312" cy="4389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BRANCH / YEAR: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491990" y="6624828"/>
            <a:ext cx="2729484" cy="356616"/>
            <a:chOff x="0" y="0"/>
            <a:chExt cx="3639312" cy="4754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491990" y="7118604"/>
            <a:ext cx="2729484" cy="329184"/>
            <a:chOff x="0" y="0"/>
            <a:chExt cx="3639312" cy="43891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COLLEGE: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491990" y="7392924"/>
            <a:ext cx="2729484" cy="356616"/>
            <a:chOff x="0" y="0"/>
            <a:chExt cx="3639312" cy="4754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4437126" y="7790688"/>
            <a:ext cx="2839212" cy="630936"/>
            <a:chOff x="0" y="0"/>
            <a:chExt cx="3785616" cy="84124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785616" cy="841248"/>
            </a:xfrm>
            <a:custGeom>
              <a:avLst/>
              <a:gdLst/>
              <a:ahLst/>
              <a:cxnLst/>
              <a:rect r="r" b="b" t="t" l="l"/>
              <a:pathLst>
                <a:path h="841248" w="3785616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3364992" y="0"/>
                  </a:lnTo>
                  <a:cubicBezTo>
                    <a:pt x="3597275" y="0"/>
                    <a:pt x="3785616" y="188341"/>
                    <a:pt x="3785616" y="420624"/>
                  </a:cubicBezTo>
                  <a:cubicBezTo>
                    <a:pt x="3785616" y="652907"/>
                    <a:pt x="3597275" y="841248"/>
                    <a:pt x="3364992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1C4FA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4464558" y="7790688"/>
            <a:ext cx="2784348" cy="630936"/>
            <a:chOff x="0" y="0"/>
            <a:chExt cx="3712464" cy="8412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712464" cy="841248"/>
            </a:xfrm>
            <a:custGeom>
              <a:avLst/>
              <a:gdLst/>
              <a:ahLst/>
              <a:cxnLst/>
              <a:rect r="r" b="b" t="t" l="l"/>
              <a:pathLst>
                <a:path h="841248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88" r="0" b="-3598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3712464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MALE — MANDATORY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695914" y="3471386"/>
            <a:ext cx="3220784" cy="5195888"/>
            <a:chOff x="0" y="0"/>
            <a:chExt cx="4294378" cy="69278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294378" cy="6927850"/>
            </a:xfrm>
            <a:custGeom>
              <a:avLst/>
              <a:gdLst/>
              <a:ahLst/>
              <a:cxnLst/>
              <a:rect r="r" b="b" t="t" l="l"/>
              <a:pathLst>
                <a:path h="6927850" w="4294378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4108450" y="0"/>
                  </a:lnTo>
                  <a:cubicBezTo>
                    <a:pt x="4211066" y="0"/>
                    <a:pt x="4294378" y="83185"/>
                    <a:pt x="4294378" y="185928"/>
                  </a:cubicBezTo>
                  <a:lnTo>
                    <a:pt x="4294378" y="6741922"/>
                  </a:lnTo>
                  <a:cubicBezTo>
                    <a:pt x="4294378" y="6844538"/>
                    <a:pt x="4211193" y="6927850"/>
                    <a:pt x="4108450" y="6927850"/>
                  </a:cubicBezTo>
                  <a:lnTo>
                    <a:pt x="185928" y="6927850"/>
                  </a:lnTo>
                  <a:cubicBezTo>
                    <a:pt x="83185" y="6927850"/>
                    <a:pt x="0" y="6844665"/>
                    <a:pt x="0" y="6741922"/>
                  </a:cubicBezTo>
                  <a:close/>
                </a:path>
              </a:pathLst>
            </a:custGeom>
            <a:solidFill>
              <a:srgbClr val="FFFFFF"/>
            </a:solidFill>
            <a:ln w="52388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8528114" y="3857816"/>
            <a:ext cx="1556385" cy="1556385"/>
            <a:chOff x="0" y="0"/>
            <a:chExt cx="2075180" cy="20751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751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2075180">
                  <a:moveTo>
                    <a:pt x="0" y="1037590"/>
                  </a:moveTo>
                  <a:cubicBezTo>
                    <a:pt x="0" y="464566"/>
                    <a:pt x="464566" y="0"/>
                    <a:pt x="1037590" y="0"/>
                  </a:cubicBezTo>
                  <a:cubicBezTo>
                    <a:pt x="1610614" y="0"/>
                    <a:pt x="2075180" y="464566"/>
                    <a:pt x="2075180" y="1037590"/>
                  </a:cubicBezTo>
                  <a:cubicBezTo>
                    <a:pt x="2075180" y="1610614"/>
                    <a:pt x="1610614" y="2075180"/>
                    <a:pt x="1037590" y="2075180"/>
                  </a:cubicBezTo>
                  <a:cubicBezTo>
                    <a:pt x="464566" y="2075180"/>
                    <a:pt x="0" y="1610614"/>
                    <a:pt x="0" y="1037590"/>
                  </a:cubicBezTo>
                  <a:close/>
                </a:path>
              </a:pathLst>
            </a:custGeom>
            <a:solidFill>
              <a:srgbClr val="7B2FF7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8551926" y="3881628"/>
            <a:ext cx="1508760" cy="1508760"/>
            <a:chOff x="0" y="0"/>
            <a:chExt cx="2011680" cy="20116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20116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M3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204704" y="3703320"/>
            <a:ext cx="576072" cy="576072"/>
            <a:chOff x="0" y="0"/>
            <a:chExt cx="768096" cy="76809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293370"/>
                  </a:moveTo>
                  <a:lnTo>
                    <a:pt x="293370" y="293370"/>
                  </a:lnTo>
                  <a:lnTo>
                    <a:pt x="384048" y="0"/>
                  </a:lnTo>
                  <a:lnTo>
                    <a:pt x="474726" y="293370"/>
                  </a:lnTo>
                  <a:lnTo>
                    <a:pt x="768096" y="293370"/>
                  </a:lnTo>
                  <a:lnTo>
                    <a:pt x="530733" y="474726"/>
                  </a:lnTo>
                  <a:lnTo>
                    <a:pt x="621411" y="768096"/>
                  </a:lnTo>
                  <a:lnTo>
                    <a:pt x="384048" y="586740"/>
                  </a:lnTo>
                  <a:lnTo>
                    <a:pt x="146685" y="768096"/>
                  </a:lnTo>
                  <a:lnTo>
                    <a:pt x="237363" y="474726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941564" y="5582412"/>
            <a:ext cx="2729484" cy="329184"/>
            <a:chOff x="0" y="0"/>
            <a:chExt cx="3639312" cy="43891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NAME: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941564" y="5856732"/>
            <a:ext cx="2729484" cy="356616"/>
            <a:chOff x="0" y="0"/>
            <a:chExt cx="3639312" cy="4754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941564" y="6350508"/>
            <a:ext cx="2729484" cy="329184"/>
            <a:chOff x="0" y="0"/>
            <a:chExt cx="3639312" cy="43891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BRANCH / YEAR: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941564" y="6624828"/>
            <a:ext cx="2729484" cy="356616"/>
            <a:chOff x="0" y="0"/>
            <a:chExt cx="3639312" cy="4754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941564" y="7118604"/>
            <a:ext cx="2729484" cy="329184"/>
            <a:chOff x="0" y="0"/>
            <a:chExt cx="3639312" cy="43891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COLLEGE: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941564" y="7392924"/>
            <a:ext cx="2729484" cy="356616"/>
            <a:chOff x="0" y="0"/>
            <a:chExt cx="3639312" cy="47548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886700" y="7790688"/>
            <a:ext cx="2839212" cy="630936"/>
            <a:chOff x="0" y="0"/>
            <a:chExt cx="3785616" cy="84124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785616" cy="841248"/>
            </a:xfrm>
            <a:custGeom>
              <a:avLst/>
              <a:gdLst/>
              <a:ahLst/>
              <a:cxnLst/>
              <a:rect r="r" b="b" t="t" l="l"/>
              <a:pathLst>
                <a:path h="841248" w="3785616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3364992" y="0"/>
                  </a:lnTo>
                  <a:cubicBezTo>
                    <a:pt x="3597275" y="0"/>
                    <a:pt x="3785616" y="188341"/>
                    <a:pt x="3785616" y="420624"/>
                  </a:cubicBezTo>
                  <a:cubicBezTo>
                    <a:pt x="3785616" y="652907"/>
                    <a:pt x="3597275" y="841248"/>
                    <a:pt x="3364992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7B2FF7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7914132" y="7790688"/>
            <a:ext cx="2784348" cy="630936"/>
            <a:chOff x="0" y="0"/>
            <a:chExt cx="3712464" cy="84124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712464" cy="841248"/>
            </a:xfrm>
            <a:custGeom>
              <a:avLst/>
              <a:gdLst/>
              <a:ahLst/>
              <a:cxnLst/>
              <a:rect r="r" b="b" t="t" l="l"/>
              <a:pathLst>
                <a:path h="841248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88" r="0" b="-3598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3712464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FEMALE — MANDATORY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145488" y="3471386"/>
            <a:ext cx="3220784" cy="5195888"/>
            <a:chOff x="0" y="0"/>
            <a:chExt cx="4294378" cy="692785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294378" cy="6927850"/>
            </a:xfrm>
            <a:custGeom>
              <a:avLst/>
              <a:gdLst/>
              <a:ahLst/>
              <a:cxnLst/>
              <a:rect r="r" b="b" t="t" l="l"/>
              <a:pathLst>
                <a:path h="6927850" w="4294378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4108450" y="0"/>
                  </a:lnTo>
                  <a:cubicBezTo>
                    <a:pt x="4211066" y="0"/>
                    <a:pt x="4294378" y="83185"/>
                    <a:pt x="4294378" y="185928"/>
                  </a:cubicBezTo>
                  <a:lnTo>
                    <a:pt x="4294378" y="6741922"/>
                  </a:lnTo>
                  <a:cubicBezTo>
                    <a:pt x="4294378" y="6844538"/>
                    <a:pt x="4211193" y="6927850"/>
                    <a:pt x="4108450" y="6927850"/>
                  </a:cubicBezTo>
                  <a:lnTo>
                    <a:pt x="185928" y="6927850"/>
                  </a:lnTo>
                  <a:cubicBezTo>
                    <a:pt x="83185" y="6927850"/>
                    <a:pt x="0" y="6844665"/>
                    <a:pt x="0" y="6741922"/>
                  </a:cubicBezTo>
                  <a:close/>
                </a:path>
              </a:pathLst>
            </a:custGeom>
            <a:solidFill>
              <a:srgbClr val="FFFFFF"/>
            </a:solidFill>
            <a:ln w="52388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11977688" y="3857816"/>
            <a:ext cx="1556385" cy="1556385"/>
            <a:chOff x="0" y="0"/>
            <a:chExt cx="2075180" cy="207518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0751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2075180">
                  <a:moveTo>
                    <a:pt x="0" y="1037590"/>
                  </a:moveTo>
                  <a:cubicBezTo>
                    <a:pt x="0" y="464566"/>
                    <a:pt x="464566" y="0"/>
                    <a:pt x="1037590" y="0"/>
                  </a:cubicBezTo>
                  <a:cubicBezTo>
                    <a:pt x="1610614" y="0"/>
                    <a:pt x="2075180" y="464566"/>
                    <a:pt x="2075180" y="1037590"/>
                  </a:cubicBezTo>
                  <a:cubicBezTo>
                    <a:pt x="2075180" y="1610614"/>
                    <a:pt x="1610614" y="2075180"/>
                    <a:pt x="1037590" y="2075180"/>
                  </a:cubicBezTo>
                  <a:cubicBezTo>
                    <a:pt x="464566" y="2075180"/>
                    <a:pt x="0" y="1610614"/>
                    <a:pt x="0" y="1037590"/>
                  </a:cubicBezTo>
                  <a:close/>
                </a:path>
              </a:pathLst>
            </a:custGeom>
            <a:solidFill>
              <a:srgbClr val="1FA24A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001500" y="3881628"/>
            <a:ext cx="1508760" cy="1508760"/>
            <a:chOff x="0" y="0"/>
            <a:chExt cx="2011680" cy="20116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20116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M4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654278" y="3703320"/>
            <a:ext cx="576072" cy="576072"/>
            <a:chOff x="0" y="0"/>
            <a:chExt cx="768096" cy="76809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293370"/>
                  </a:moveTo>
                  <a:lnTo>
                    <a:pt x="293370" y="293370"/>
                  </a:lnTo>
                  <a:lnTo>
                    <a:pt x="384048" y="0"/>
                  </a:lnTo>
                  <a:lnTo>
                    <a:pt x="474726" y="293370"/>
                  </a:lnTo>
                  <a:lnTo>
                    <a:pt x="768096" y="293370"/>
                  </a:lnTo>
                  <a:lnTo>
                    <a:pt x="530733" y="474726"/>
                  </a:lnTo>
                  <a:lnTo>
                    <a:pt x="621411" y="768096"/>
                  </a:lnTo>
                  <a:lnTo>
                    <a:pt x="384048" y="586740"/>
                  </a:lnTo>
                  <a:lnTo>
                    <a:pt x="146685" y="768096"/>
                  </a:lnTo>
                  <a:lnTo>
                    <a:pt x="237363" y="474726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1391138" y="5582412"/>
            <a:ext cx="2729484" cy="329184"/>
            <a:chOff x="0" y="0"/>
            <a:chExt cx="3639312" cy="43891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NAME: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1391138" y="5856732"/>
            <a:ext cx="2729484" cy="356616"/>
            <a:chOff x="0" y="0"/>
            <a:chExt cx="3639312" cy="47548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1391138" y="6350508"/>
            <a:ext cx="2729484" cy="329184"/>
            <a:chOff x="0" y="0"/>
            <a:chExt cx="3639312" cy="43891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BRANCH / YEAR: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391138" y="6624828"/>
            <a:ext cx="2729484" cy="356616"/>
            <a:chOff x="0" y="0"/>
            <a:chExt cx="3639312" cy="47548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1391138" y="7118604"/>
            <a:ext cx="2729484" cy="329184"/>
            <a:chOff x="0" y="0"/>
            <a:chExt cx="3639312" cy="43891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COLLEGE: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1391138" y="7392924"/>
            <a:ext cx="2729484" cy="356616"/>
            <a:chOff x="0" y="0"/>
            <a:chExt cx="3639312" cy="47548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1336274" y="7790688"/>
            <a:ext cx="2839212" cy="630936"/>
            <a:chOff x="0" y="0"/>
            <a:chExt cx="3785616" cy="84124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785616" cy="841248"/>
            </a:xfrm>
            <a:custGeom>
              <a:avLst/>
              <a:gdLst/>
              <a:ahLst/>
              <a:cxnLst/>
              <a:rect r="r" b="b" t="t" l="l"/>
              <a:pathLst>
                <a:path h="841248" w="3785616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3364992" y="0"/>
                  </a:lnTo>
                  <a:cubicBezTo>
                    <a:pt x="3597275" y="0"/>
                    <a:pt x="3785616" y="188341"/>
                    <a:pt x="3785616" y="420624"/>
                  </a:cubicBezTo>
                  <a:cubicBezTo>
                    <a:pt x="3785616" y="652907"/>
                    <a:pt x="3597275" y="841248"/>
                    <a:pt x="3364992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1FA24A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1363706" y="7790688"/>
            <a:ext cx="2784348" cy="630936"/>
            <a:chOff x="0" y="0"/>
            <a:chExt cx="3712464" cy="84124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712464" cy="841248"/>
            </a:xfrm>
            <a:custGeom>
              <a:avLst/>
              <a:gdLst/>
              <a:ahLst/>
              <a:cxnLst/>
              <a:rect r="r" b="b" t="t" l="l"/>
              <a:pathLst>
                <a:path h="841248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88" r="0" b="-35988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19050"/>
              <a:ext cx="3712464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MBBS / MEDICAL STUDENT — MANDATORY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4595062" y="3471386"/>
            <a:ext cx="3220784" cy="5195888"/>
            <a:chOff x="0" y="0"/>
            <a:chExt cx="4294378" cy="692785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294378" cy="6927850"/>
            </a:xfrm>
            <a:custGeom>
              <a:avLst/>
              <a:gdLst/>
              <a:ahLst/>
              <a:cxnLst/>
              <a:rect r="r" b="b" t="t" l="l"/>
              <a:pathLst>
                <a:path h="6927850" w="4294378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4108450" y="0"/>
                  </a:lnTo>
                  <a:cubicBezTo>
                    <a:pt x="4211066" y="0"/>
                    <a:pt x="4294378" y="83185"/>
                    <a:pt x="4294378" y="185928"/>
                  </a:cubicBezTo>
                  <a:lnTo>
                    <a:pt x="4294378" y="6741922"/>
                  </a:lnTo>
                  <a:cubicBezTo>
                    <a:pt x="4294378" y="6844538"/>
                    <a:pt x="4211193" y="6927850"/>
                    <a:pt x="4108450" y="6927850"/>
                  </a:cubicBezTo>
                  <a:lnTo>
                    <a:pt x="185928" y="6927850"/>
                  </a:lnTo>
                  <a:cubicBezTo>
                    <a:pt x="83185" y="6927850"/>
                    <a:pt x="0" y="6844665"/>
                    <a:pt x="0" y="6741922"/>
                  </a:cubicBezTo>
                  <a:close/>
                </a:path>
              </a:pathLst>
            </a:custGeom>
            <a:solidFill>
              <a:srgbClr val="FFFFFF"/>
            </a:solidFill>
            <a:ln w="52388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52" id="152"/>
          <p:cNvGrpSpPr/>
          <p:nvPr/>
        </p:nvGrpSpPr>
        <p:grpSpPr>
          <a:xfrm rot="0">
            <a:off x="15427262" y="3857816"/>
            <a:ext cx="1556385" cy="1556385"/>
            <a:chOff x="0" y="0"/>
            <a:chExt cx="2075180" cy="207518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0751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2075180">
                  <a:moveTo>
                    <a:pt x="0" y="1037590"/>
                  </a:moveTo>
                  <a:cubicBezTo>
                    <a:pt x="0" y="464566"/>
                    <a:pt x="464566" y="0"/>
                    <a:pt x="1037590" y="0"/>
                  </a:cubicBezTo>
                  <a:cubicBezTo>
                    <a:pt x="1610614" y="0"/>
                    <a:pt x="2075180" y="464566"/>
                    <a:pt x="2075180" y="1037590"/>
                  </a:cubicBezTo>
                  <a:cubicBezTo>
                    <a:pt x="2075180" y="1610614"/>
                    <a:pt x="1610614" y="2075180"/>
                    <a:pt x="1037590" y="2075180"/>
                  </a:cubicBezTo>
                  <a:cubicBezTo>
                    <a:pt x="464566" y="2075180"/>
                    <a:pt x="0" y="1610614"/>
                    <a:pt x="0" y="1037590"/>
                  </a:cubicBezTo>
                  <a:close/>
                </a:path>
              </a:pathLst>
            </a:custGeom>
            <a:solidFill>
              <a:srgbClr val="F0871E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54" id="154"/>
          <p:cNvGrpSpPr/>
          <p:nvPr/>
        </p:nvGrpSpPr>
        <p:grpSpPr>
          <a:xfrm rot="0">
            <a:off x="15451074" y="3881628"/>
            <a:ext cx="1508760" cy="1508760"/>
            <a:chOff x="0" y="0"/>
            <a:chExt cx="2011680" cy="201168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28575"/>
              <a:ext cx="20116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M5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7103852" y="3703320"/>
            <a:ext cx="576072" cy="576072"/>
            <a:chOff x="0" y="0"/>
            <a:chExt cx="768096" cy="768096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293370"/>
                  </a:moveTo>
                  <a:lnTo>
                    <a:pt x="293370" y="293370"/>
                  </a:lnTo>
                  <a:lnTo>
                    <a:pt x="384048" y="0"/>
                  </a:lnTo>
                  <a:lnTo>
                    <a:pt x="474726" y="293370"/>
                  </a:lnTo>
                  <a:lnTo>
                    <a:pt x="768096" y="293370"/>
                  </a:lnTo>
                  <a:lnTo>
                    <a:pt x="530733" y="474726"/>
                  </a:lnTo>
                  <a:lnTo>
                    <a:pt x="621411" y="768096"/>
                  </a:lnTo>
                  <a:lnTo>
                    <a:pt x="384048" y="586740"/>
                  </a:lnTo>
                  <a:lnTo>
                    <a:pt x="146685" y="768096"/>
                  </a:lnTo>
                  <a:lnTo>
                    <a:pt x="237363" y="474726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4840712" y="5582412"/>
            <a:ext cx="2729484" cy="329184"/>
            <a:chOff x="0" y="0"/>
            <a:chExt cx="3639312" cy="438912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NAME: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4840712" y="5856732"/>
            <a:ext cx="2729484" cy="356616"/>
            <a:chOff x="0" y="0"/>
            <a:chExt cx="3639312" cy="47548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4840712" y="6350508"/>
            <a:ext cx="2729484" cy="329184"/>
            <a:chOff x="0" y="0"/>
            <a:chExt cx="3639312" cy="438912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BRANCH / YEAR: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4840712" y="6624828"/>
            <a:ext cx="2729484" cy="356616"/>
            <a:chOff x="0" y="0"/>
            <a:chExt cx="3639312" cy="475488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4840712" y="7118604"/>
            <a:ext cx="2729484" cy="329184"/>
            <a:chOff x="0" y="0"/>
            <a:chExt cx="3639312" cy="438912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COLLEGE: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4840712" y="7392924"/>
            <a:ext cx="2729484" cy="356616"/>
            <a:chOff x="0" y="0"/>
            <a:chExt cx="3639312" cy="475488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4785848" y="7790688"/>
            <a:ext cx="2839212" cy="630936"/>
            <a:chOff x="0" y="0"/>
            <a:chExt cx="3785616" cy="841248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785616" cy="841248"/>
            </a:xfrm>
            <a:custGeom>
              <a:avLst/>
              <a:gdLst/>
              <a:ahLst/>
              <a:cxnLst/>
              <a:rect r="r" b="b" t="t" l="l"/>
              <a:pathLst>
                <a:path h="841248" w="3785616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3364992" y="0"/>
                  </a:lnTo>
                  <a:cubicBezTo>
                    <a:pt x="3597275" y="0"/>
                    <a:pt x="3785616" y="188341"/>
                    <a:pt x="3785616" y="420624"/>
                  </a:cubicBezTo>
                  <a:cubicBezTo>
                    <a:pt x="3785616" y="652907"/>
                    <a:pt x="3597275" y="841248"/>
                    <a:pt x="3364992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0871E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4813280" y="7790688"/>
            <a:ext cx="2784348" cy="630936"/>
            <a:chOff x="0" y="0"/>
            <a:chExt cx="3712464" cy="84124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712464" cy="841248"/>
            </a:xfrm>
            <a:custGeom>
              <a:avLst/>
              <a:gdLst/>
              <a:ahLst/>
              <a:cxnLst/>
              <a:rect r="r" b="b" t="t" l="l"/>
              <a:pathLst>
                <a:path h="841248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88" r="0" b="-35988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19050"/>
              <a:ext cx="3712464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ENGINEER — MANDATORY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822960" y="8887968"/>
            <a:ext cx="16637508" cy="754380"/>
            <a:chOff x="0" y="0"/>
            <a:chExt cx="22183344" cy="100584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221833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8334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0463" y="0"/>
                  </a:lnTo>
                  <a:cubicBezTo>
                    <a:pt x="22101428" y="0"/>
                    <a:pt x="22183344" y="81915"/>
                    <a:pt x="22183344" y="182880"/>
                  </a:cubicBezTo>
                  <a:lnTo>
                    <a:pt x="22183344" y="822960"/>
                  </a:lnTo>
                  <a:cubicBezTo>
                    <a:pt x="22183344" y="923925"/>
                    <a:pt x="22101428" y="1005840"/>
                    <a:pt x="22000463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1028700" y="8887968"/>
            <a:ext cx="16253460" cy="754380"/>
            <a:chOff x="0" y="0"/>
            <a:chExt cx="21671280" cy="100584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16712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9813" r="0" b="-369813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38100"/>
              <a:ext cx="216712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0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MANDATORY SQUAD RULES:  </a:t>
              </a: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Male  +  1 Female   |   1 MBBS / Medical Student   |   1 Engineer   |   Roles may overlap across 5 total members</a:t>
              </a:r>
            </a:p>
          </p:txBody>
        </p:sp>
      </p:grpSp>
      <p:sp>
        <p:nvSpPr>
          <p:cNvPr name="Freeform 187" id="187"/>
          <p:cNvSpPr/>
          <p:nvPr/>
        </p:nvSpPr>
        <p:spPr>
          <a:xfrm flipH="false" flipV="false" rot="0">
            <a:off x="754380" y="292410"/>
            <a:ext cx="2716945" cy="1053663"/>
          </a:xfrm>
          <a:custGeom>
            <a:avLst/>
            <a:gdLst/>
            <a:ahLst/>
            <a:cxnLst/>
            <a:rect r="r" b="b" t="t" l="l"/>
            <a:pathLst>
              <a:path h="1053663" w="2716945">
                <a:moveTo>
                  <a:pt x="0" y="0"/>
                </a:moveTo>
                <a:lnTo>
                  <a:pt x="2716945" y="0"/>
                </a:lnTo>
                <a:lnTo>
                  <a:pt x="2716945" y="1053663"/>
                </a:lnTo>
                <a:lnTo>
                  <a:pt x="0" y="1053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34319" y="-148825"/>
            <a:ext cx="3351863" cy="1885423"/>
            <a:chOff x="0" y="0"/>
            <a:chExt cx="2763520" cy="1554480"/>
          </a:xfrm>
        </p:grpSpPr>
        <p:sp>
          <p:nvSpPr>
            <p:cNvPr name="Freeform 4" id="4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4380" y="1755648"/>
            <a:ext cx="4663440" cy="822960"/>
            <a:chOff x="0" y="0"/>
            <a:chExt cx="621792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1097280"/>
                  </a:moveTo>
                  <a:lnTo>
                    <a:pt x="274320" y="0"/>
                  </a:lnTo>
                  <a:lnTo>
                    <a:pt x="6217920" y="0"/>
                  </a:lnTo>
                  <a:lnTo>
                    <a:pt x="594360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5349240" y="1947672"/>
            <a:ext cx="438912" cy="438912"/>
            <a:chOff x="0" y="0"/>
            <a:chExt cx="585216" cy="58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1C4FA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755648"/>
            <a:ext cx="4457700" cy="822960"/>
            <a:chOff x="0" y="0"/>
            <a:chExt cx="59436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9436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ABSTRACT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10250" y="1736598"/>
            <a:ext cx="5935980" cy="861060"/>
            <a:chOff x="0" y="0"/>
            <a:chExt cx="7914640" cy="1148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14640" cy="1148080"/>
            </a:xfrm>
            <a:custGeom>
              <a:avLst/>
              <a:gdLst/>
              <a:ahLst/>
              <a:cxnLst/>
              <a:rect r="r" b="b" t="t" l="l"/>
              <a:pathLst>
                <a:path h="1148080" w="791464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7761605" y="0"/>
                  </a:lnTo>
                  <a:cubicBezTo>
                    <a:pt x="7846187" y="0"/>
                    <a:pt x="7914640" y="68580"/>
                    <a:pt x="7914640" y="153035"/>
                  </a:cubicBezTo>
                  <a:lnTo>
                    <a:pt x="7914640" y="995045"/>
                  </a:lnTo>
                  <a:cubicBezTo>
                    <a:pt x="7914640" y="1079627"/>
                    <a:pt x="7846061" y="1148080"/>
                    <a:pt x="7761605" y="1148080"/>
                  </a:cubicBezTo>
                  <a:lnTo>
                    <a:pt x="153035" y="1148080"/>
                  </a:lnTo>
                  <a:cubicBezTo>
                    <a:pt x="68580" y="1148080"/>
                    <a:pt x="0" y="1079500"/>
                    <a:pt x="0" y="99504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035040" y="1755648"/>
            <a:ext cx="5486400" cy="822960"/>
            <a:chOff x="0" y="0"/>
            <a:chExt cx="73152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 TITLE: </a:t>
              </a:r>
              <a:r>
                <a:rPr lang="en-US" sz="18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[Problem Statement Title]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19610" y="1736598"/>
            <a:ext cx="5387340" cy="861060"/>
            <a:chOff x="0" y="0"/>
            <a:chExt cx="7183120" cy="1148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83120" cy="1148080"/>
            </a:xfrm>
            <a:custGeom>
              <a:avLst/>
              <a:gdLst/>
              <a:ahLst/>
              <a:cxnLst/>
              <a:rect r="r" b="b" t="t" l="l"/>
              <a:pathLst>
                <a:path h="1148080" w="718312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7030085" y="0"/>
                  </a:lnTo>
                  <a:cubicBezTo>
                    <a:pt x="7114667" y="0"/>
                    <a:pt x="7183120" y="68580"/>
                    <a:pt x="7183120" y="153035"/>
                  </a:cubicBezTo>
                  <a:lnTo>
                    <a:pt x="7183120" y="995045"/>
                  </a:lnTo>
                  <a:cubicBezTo>
                    <a:pt x="7183120" y="1079627"/>
                    <a:pt x="7114540" y="1148080"/>
                    <a:pt x="7030085" y="1148080"/>
                  </a:cubicBezTo>
                  <a:lnTo>
                    <a:pt x="153035" y="1148080"/>
                  </a:lnTo>
                  <a:cubicBezTo>
                    <a:pt x="68580" y="1148080"/>
                    <a:pt x="0" y="1079500"/>
                    <a:pt x="0" y="99504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0" y="1755648"/>
            <a:ext cx="4937760" cy="822960"/>
            <a:chOff x="0" y="0"/>
            <a:chExt cx="65836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5836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 NO: </a:t>
              </a:r>
              <a:r>
                <a:rPr lang="en-US" sz="18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[___]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5805" y="2920365"/>
            <a:ext cx="16831818" cy="6297930"/>
            <a:chOff x="0" y="0"/>
            <a:chExt cx="22442424" cy="8397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42424" cy="8397240"/>
            </a:xfrm>
            <a:custGeom>
              <a:avLst/>
              <a:gdLst/>
              <a:ahLst/>
              <a:cxnLst/>
              <a:rect r="r" b="b" t="t" l="l"/>
              <a:pathLst>
                <a:path h="8397240" w="22442424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22294850" y="0"/>
                  </a:lnTo>
                  <a:cubicBezTo>
                    <a:pt x="22376385" y="0"/>
                    <a:pt x="22442424" y="66040"/>
                    <a:pt x="22442424" y="147574"/>
                  </a:cubicBezTo>
                  <a:lnTo>
                    <a:pt x="22442424" y="8249666"/>
                  </a:lnTo>
                  <a:cubicBezTo>
                    <a:pt x="22442424" y="8331200"/>
                    <a:pt x="22376385" y="8397240"/>
                    <a:pt x="22294850" y="8397240"/>
                  </a:cubicBezTo>
                  <a:lnTo>
                    <a:pt x="147574" y="8397240"/>
                  </a:lnTo>
                  <a:cubicBezTo>
                    <a:pt x="66040" y="8397240"/>
                    <a:pt x="0" y="8331200"/>
                    <a:pt x="0" y="8249666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54380" y="9299448"/>
            <a:ext cx="16774668" cy="411480"/>
            <a:chOff x="0" y="0"/>
            <a:chExt cx="22366224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366224" cy="548640"/>
            </a:xfrm>
            <a:custGeom>
              <a:avLst/>
              <a:gdLst/>
              <a:ahLst/>
              <a:cxnLst/>
              <a:rect r="r" b="b" t="t" l="l"/>
              <a:pathLst>
                <a:path h="548640" w="22366224">
                  <a:moveTo>
                    <a:pt x="0" y="0"/>
                  </a:moveTo>
                  <a:lnTo>
                    <a:pt x="22366224" y="0"/>
                  </a:lnTo>
                  <a:lnTo>
                    <a:pt x="223662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4340" r="0" b="-7443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36622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Guidance draft — replace bracketed text with your team's actual problem statement, solution, and approach. Keep the final abstract close to 350 words.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54380" y="292410"/>
            <a:ext cx="2716945" cy="1053663"/>
          </a:xfrm>
          <a:custGeom>
            <a:avLst/>
            <a:gdLst/>
            <a:ahLst/>
            <a:cxnLst/>
            <a:rect r="r" b="b" t="t" l="l"/>
            <a:pathLst>
              <a:path h="1053663" w="2716945">
                <a:moveTo>
                  <a:pt x="0" y="0"/>
                </a:moveTo>
                <a:lnTo>
                  <a:pt x="2716945" y="0"/>
                </a:lnTo>
                <a:lnTo>
                  <a:pt x="2716945" y="1053663"/>
                </a:lnTo>
                <a:lnTo>
                  <a:pt x="0" y="10536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30974" y="-275206"/>
            <a:ext cx="3894678" cy="2190757"/>
            <a:chOff x="0" y="0"/>
            <a:chExt cx="2763520" cy="1554480"/>
          </a:xfrm>
        </p:grpSpPr>
        <p:sp>
          <p:nvSpPr>
            <p:cNvPr name="Freeform 4" id="4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2331720" y="3840480"/>
            <a:ext cx="6446520" cy="6446520"/>
            <a:chOff x="0" y="0"/>
            <a:chExt cx="8595360" cy="8595360"/>
          </a:xfrm>
        </p:grpSpPr>
        <p:sp>
          <p:nvSpPr>
            <p:cNvPr name="Freeform 6" id="6" descr="/home/claude/medaithon/speedlines_tr.png"/>
            <p:cNvSpPr/>
            <p:nvPr/>
          </p:nvSpPr>
          <p:spPr>
            <a:xfrm flipH="false" flipV="false" rot="0">
              <a:off x="0" y="0"/>
              <a:ext cx="8595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4380" y="1755648"/>
            <a:ext cx="6035040" cy="822960"/>
            <a:chOff x="0" y="0"/>
            <a:chExt cx="804672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1097280"/>
                  </a:moveTo>
                  <a:lnTo>
                    <a:pt x="274320" y="0"/>
                  </a:lnTo>
                  <a:lnTo>
                    <a:pt x="8046720" y="0"/>
                  </a:lnTo>
                  <a:lnTo>
                    <a:pt x="777240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6789420" y="1947672"/>
            <a:ext cx="438912" cy="438912"/>
            <a:chOff x="0" y="0"/>
            <a:chExt cx="585216" cy="585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1FA24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04900" y="1755648"/>
            <a:ext cx="5829300" cy="822960"/>
            <a:chOff x="0" y="0"/>
            <a:chExt cx="77724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7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7724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CHOOSE US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5014" y="2788158"/>
            <a:ext cx="15319743" cy="7012781"/>
            <a:chOff x="0" y="0"/>
            <a:chExt cx="7715532" cy="35318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15532" cy="3531870"/>
            </a:xfrm>
            <a:custGeom>
              <a:avLst/>
              <a:gdLst/>
              <a:ahLst/>
              <a:cxnLst/>
              <a:rect r="r" b="b" t="t" l="l"/>
              <a:pathLst>
                <a:path h="3531870" w="7715532">
                  <a:moveTo>
                    <a:pt x="0" y="167259"/>
                  </a:moveTo>
                  <a:cubicBezTo>
                    <a:pt x="0" y="74930"/>
                    <a:pt x="80413" y="0"/>
                    <a:pt x="179498" y="0"/>
                  </a:cubicBezTo>
                  <a:lnTo>
                    <a:pt x="7536035" y="0"/>
                  </a:lnTo>
                  <a:cubicBezTo>
                    <a:pt x="7635256" y="0"/>
                    <a:pt x="7715532" y="74930"/>
                    <a:pt x="7715532" y="167259"/>
                  </a:cubicBezTo>
                  <a:lnTo>
                    <a:pt x="7715532" y="3364611"/>
                  </a:lnTo>
                  <a:cubicBezTo>
                    <a:pt x="7715532" y="3457067"/>
                    <a:pt x="7635120" y="3531870"/>
                    <a:pt x="7536035" y="3531870"/>
                  </a:cubicBezTo>
                  <a:lnTo>
                    <a:pt x="179498" y="3531870"/>
                  </a:lnTo>
                  <a:cubicBezTo>
                    <a:pt x="80413" y="3531870"/>
                    <a:pt x="0" y="3456940"/>
                    <a:pt x="0" y="33646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754380" y="292410"/>
            <a:ext cx="2716945" cy="1053663"/>
          </a:xfrm>
          <a:custGeom>
            <a:avLst/>
            <a:gdLst/>
            <a:ahLst/>
            <a:cxnLst/>
            <a:rect r="r" b="b" t="t" l="l"/>
            <a:pathLst>
              <a:path h="1053663" w="2716945">
                <a:moveTo>
                  <a:pt x="0" y="0"/>
                </a:moveTo>
                <a:lnTo>
                  <a:pt x="2716945" y="0"/>
                </a:lnTo>
                <a:lnTo>
                  <a:pt x="2716945" y="1053663"/>
                </a:lnTo>
                <a:lnTo>
                  <a:pt x="0" y="1053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50561" y="-203227"/>
            <a:ext cx="3823821" cy="2150899"/>
            <a:chOff x="0" y="0"/>
            <a:chExt cx="2763520" cy="1554480"/>
          </a:xfrm>
        </p:grpSpPr>
        <p:sp>
          <p:nvSpPr>
            <p:cNvPr name="Freeform 4" id="4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4380" y="1755648"/>
            <a:ext cx="4937760" cy="822960"/>
            <a:chOff x="0" y="0"/>
            <a:chExt cx="658368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1097280"/>
                  </a:moveTo>
                  <a:lnTo>
                    <a:pt x="274320" y="0"/>
                  </a:lnTo>
                  <a:lnTo>
                    <a:pt x="6583680" y="0"/>
                  </a:lnTo>
                  <a:lnTo>
                    <a:pt x="630936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5623560" y="1947672"/>
            <a:ext cx="438912" cy="438912"/>
            <a:chOff x="0" y="0"/>
            <a:chExt cx="585216" cy="58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7B2FF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66800" y="1755648"/>
            <a:ext cx="4732020" cy="822960"/>
            <a:chOff x="0" y="0"/>
            <a:chExt cx="630936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0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3093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LINKS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2743200"/>
            <a:ext cx="8915400" cy="438912"/>
            <a:chOff x="0" y="0"/>
            <a:chExt cx="118872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8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5789" r="0" b="-34578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88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Scan-ready roster for judges &amp; recruiters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754380" y="3319272"/>
          <a:ext cx="16725900" cy="5257800"/>
        </p:xfrm>
        <a:graphic>
          <a:graphicData uri="http://schemas.openxmlformats.org/drawingml/2006/table">
            <a:tbl>
              <a:tblPr/>
              <a:tblGrid>
                <a:gridCol w="997324"/>
                <a:gridCol w="3955676"/>
                <a:gridCol w="3686735"/>
                <a:gridCol w="4090147"/>
                <a:gridCol w="3996018"/>
              </a:tblGrid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LINKEDIN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GITHUB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20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[Full 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6B6B6B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Team Lead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C4FA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linkedin.com/in/[username]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B2FF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github.com/[username]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A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[Full 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6B6B6B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Member — Male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C4FA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linkedin.com/in/[username]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B2FF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github.com/[username]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[Full 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6B6B6B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Member — Female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C4FA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linkedin.com/in/[username]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B2FF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github.com/[username]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2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[Full 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6B6B6B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Member — MBBS/Medical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C4FA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linkedin.com/in/[username]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B2FF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github.com/[username]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[Full 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6B6B6B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Member — Engineer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C4FA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linkedin.com/in/[username]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B2FF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github.com/[username]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754380" y="8983980"/>
            <a:ext cx="16774668" cy="685800"/>
            <a:chOff x="0" y="0"/>
            <a:chExt cx="22366224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366224" cy="914400"/>
            </a:xfrm>
            <a:custGeom>
              <a:avLst/>
              <a:gdLst/>
              <a:ahLst/>
              <a:cxnLst/>
              <a:rect r="r" b="b" t="t" l="l"/>
              <a:pathLst>
                <a:path h="914400" w="223662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219920" y="0"/>
                  </a:lnTo>
                  <a:cubicBezTo>
                    <a:pt x="22300692" y="0"/>
                    <a:pt x="22366224" y="65532"/>
                    <a:pt x="22366224" y="146304"/>
                  </a:cubicBezTo>
                  <a:lnTo>
                    <a:pt x="22366224" y="768096"/>
                  </a:lnTo>
                  <a:cubicBezTo>
                    <a:pt x="22366224" y="848868"/>
                    <a:pt x="22300692" y="914400"/>
                    <a:pt x="22219920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8983980"/>
            <a:ext cx="16322040" cy="685800"/>
            <a:chOff x="0" y="0"/>
            <a:chExt cx="2176272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1762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Tip: use full profile URLs so judges can tap straight through — double-check every link works before submission.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54380" y="292410"/>
            <a:ext cx="2716945" cy="1053663"/>
          </a:xfrm>
          <a:custGeom>
            <a:avLst/>
            <a:gdLst/>
            <a:ahLst/>
            <a:cxnLst/>
            <a:rect r="r" b="b" t="t" l="l"/>
            <a:pathLst>
              <a:path h="1053663" w="2716945">
                <a:moveTo>
                  <a:pt x="0" y="0"/>
                </a:moveTo>
                <a:lnTo>
                  <a:pt x="2716945" y="0"/>
                </a:lnTo>
                <a:lnTo>
                  <a:pt x="2716945" y="1053663"/>
                </a:lnTo>
                <a:lnTo>
                  <a:pt x="0" y="10536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26907" y="-392505"/>
            <a:ext cx="4308433" cy="2423494"/>
            <a:chOff x="0" y="0"/>
            <a:chExt cx="2763520" cy="1554480"/>
          </a:xfrm>
        </p:grpSpPr>
        <p:sp>
          <p:nvSpPr>
            <p:cNvPr name="Freeform 4" id="4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795760" y="0"/>
            <a:ext cx="6446520" cy="6446520"/>
            <a:chOff x="0" y="0"/>
            <a:chExt cx="8595360" cy="8595360"/>
          </a:xfrm>
        </p:grpSpPr>
        <p:sp>
          <p:nvSpPr>
            <p:cNvPr name="Freeform 6" id="6" descr="/home/claude/medaithon/speedlines_tr.png"/>
            <p:cNvSpPr/>
            <p:nvPr/>
          </p:nvSpPr>
          <p:spPr>
            <a:xfrm flipH="false" flipV="false" rot="0">
              <a:off x="0" y="0"/>
              <a:ext cx="8595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4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4380" y="1755648"/>
            <a:ext cx="4937760" cy="822960"/>
            <a:chOff x="0" y="0"/>
            <a:chExt cx="65836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1097280"/>
                  </a:moveTo>
                  <a:lnTo>
                    <a:pt x="274320" y="0"/>
                  </a:lnTo>
                  <a:lnTo>
                    <a:pt x="6583680" y="0"/>
                  </a:lnTo>
                  <a:lnTo>
                    <a:pt x="630936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5623560" y="1947672"/>
            <a:ext cx="438912" cy="438912"/>
            <a:chOff x="0" y="0"/>
            <a:chExt cx="585216" cy="585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F0871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72515" y="1755648"/>
            <a:ext cx="4732020" cy="822960"/>
            <a:chOff x="0" y="0"/>
            <a:chExt cx="630936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0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3093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OUR TOOLKIT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2743200"/>
            <a:ext cx="8915400" cy="438912"/>
            <a:chOff x="0" y="0"/>
            <a:chExt cx="1188720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8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5789" r="0" b="-3457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88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Tech stack + battle plan for the hackathon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0568" y="3268028"/>
            <a:ext cx="8071485" cy="6425565"/>
            <a:chOff x="0" y="0"/>
            <a:chExt cx="10761980" cy="85674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61980" cy="8567420"/>
            </a:xfrm>
            <a:custGeom>
              <a:avLst/>
              <a:gdLst/>
              <a:ahLst/>
              <a:cxnLst/>
              <a:rect r="r" b="b" t="t" l="l"/>
              <a:pathLst>
                <a:path h="8567420" w="10761980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10596245" y="0"/>
                  </a:lnTo>
                  <a:cubicBezTo>
                    <a:pt x="10687812" y="0"/>
                    <a:pt x="10761980" y="74168"/>
                    <a:pt x="10761980" y="165735"/>
                  </a:cubicBezTo>
                  <a:lnTo>
                    <a:pt x="10761980" y="8401685"/>
                  </a:lnTo>
                  <a:cubicBezTo>
                    <a:pt x="10761980" y="8493252"/>
                    <a:pt x="10687812" y="8567420"/>
                    <a:pt x="10596245" y="8567420"/>
                  </a:cubicBezTo>
                  <a:lnTo>
                    <a:pt x="165735" y="8567420"/>
                  </a:lnTo>
                  <a:cubicBezTo>
                    <a:pt x="74168" y="8567420"/>
                    <a:pt x="0" y="8493252"/>
                    <a:pt x="0" y="8401685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80" y="3538728"/>
            <a:ext cx="7338060" cy="480060"/>
            <a:chOff x="0" y="0"/>
            <a:chExt cx="978408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784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4183380"/>
            <a:ext cx="2125980" cy="576072"/>
            <a:chOff x="0" y="0"/>
            <a:chExt cx="2834640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E6206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7280" y="4183380"/>
            <a:ext cx="2125980" cy="576072"/>
            <a:chOff x="0" y="0"/>
            <a:chExt cx="283464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429000" y="4183380"/>
            <a:ext cx="5006340" cy="576072"/>
            <a:chOff x="0" y="0"/>
            <a:chExt cx="6675120" cy="7680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67512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[React / Flutter / …]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7280" y="4978908"/>
            <a:ext cx="2125980" cy="576072"/>
            <a:chOff x="0" y="0"/>
            <a:chExt cx="2834640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4FA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4978908"/>
            <a:ext cx="2125980" cy="576072"/>
            <a:chOff x="0" y="0"/>
            <a:chExt cx="2834640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429000" y="4978908"/>
            <a:ext cx="5006340" cy="576072"/>
            <a:chOff x="0" y="0"/>
            <a:chExt cx="6675120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67512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[Node.js / FastAPI / …]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7280" y="5774436"/>
            <a:ext cx="2125980" cy="576072"/>
            <a:chOff x="0" y="0"/>
            <a:chExt cx="2834640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7B2FF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5774436"/>
            <a:ext cx="2125980" cy="576072"/>
            <a:chOff x="0" y="0"/>
            <a:chExt cx="2834640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/ ML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429000" y="5774436"/>
            <a:ext cx="5006340" cy="576072"/>
            <a:chOff x="0" y="0"/>
            <a:chExt cx="6675120" cy="7680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67512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[PyTorch / model or API used]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97280" y="6569964"/>
            <a:ext cx="2125980" cy="576072"/>
            <a:chOff x="0" y="0"/>
            <a:chExt cx="2834640" cy="7680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FA24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97280" y="6569964"/>
            <a:ext cx="2125980" cy="576072"/>
            <a:chOff x="0" y="0"/>
            <a:chExt cx="2834640" cy="7680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429000" y="6569964"/>
            <a:ext cx="5006340" cy="576072"/>
            <a:chOff x="0" y="0"/>
            <a:chExt cx="6675120" cy="7680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67512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[Postgres / Firebase / …]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97280" y="7365492"/>
            <a:ext cx="2125980" cy="576072"/>
            <a:chOff x="0" y="0"/>
            <a:chExt cx="2834640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0871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97280" y="7365492"/>
            <a:ext cx="2125980" cy="576072"/>
            <a:chOff x="0" y="0"/>
            <a:chExt cx="2834640" cy="7680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429000" y="7365492"/>
            <a:ext cx="5006340" cy="576072"/>
            <a:chOff x="0" y="0"/>
            <a:chExt cx="6675120" cy="7680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67512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[AWS / Vercel / …]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7280" y="8161020"/>
            <a:ext cx="2125980" cy="576072"/>
            <a:chOff x="0" y="0"/>
            <a:chExt cx="2834640" cy="7680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97280" y="8161020"/>
            <a:ext cx="2125980" cy="576072"/>
            <a:chOff x="0" y="0"/>
            <a:chExt cx="2834640" cy="7680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DESIGN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429000" y="8161020"/>
            <a:ext cx="5006340" cy="576072"/>
            <a:chOff x="0" y="0"/>
            <a:chExt cx="6675120" cy="7680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67512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[Figma / …]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097328" y="3268028"/>
            <a:ext cx="8455533" cy="6425565"/>
            <a:chOff x="0" y="0"/>
            <a:chExt cx="11274044" cy="85674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274044" cy="8567420"/>
            </a:xfrm>
            <a:custGeom>
              <a:avLst/>
              <a:gdLst/>
              <a:ahLst/>
              <a:cxnLst/>
              <a:rect r="r" b="b" t="t" l="l"/>
              <a:pathLst>
                <a:path h="8567420" w="11274044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11108309" y="0"/>
                  </a:lnTo>
                  <a:cubicBezTo>
                    <a:pt x="11199876" y="0"/>
                    <a:pt x="11274044" y="74168"/>
                    <a:pt x="11274044" y="165735"/>
                  </a:cubicBezTo>
                  <a:lnTo>
                    <a:pt x="11274044" y="8401685"/>
                  </a:lnTo>
                  <a:cubicBezTo>
                    <a:pt x="11274044" y="8493252"/>
                    <a:pt x="11199876" y="8567420"/>
                    <a:pt x="11108309" y="8567420"/>
                  </a:cubicBezTo>
                  <a:lnTo>
                    <a:pt x="165735" y="8567420"/>
                  </a:lnTo>
                  <a:cubicBezTo>
                    <a:pt x="74168" y="8567420"/>
                    <a:pt x="0" y="8493252"/>
                    <a:pt x="0" y="8401685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464040" y="3538728"/>
            <a:ext cx="7722108" cy="480060"/>
            <a:chOff x="0" y="0"/>
            <a:chExt cx="10296144" cy="6400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96144" cy="640080"/>
            </a:xfrm>
            <a:custGeom>
              <a:avLst/>
              <a:gdLst/>
              <a:ahLst/>
              <a:cxnLst/>
              <a:rect r="r" b="b" t="t" l="l"/>
              <a:pathLst>
                <a:path h="640080" w="10296144">
                  <a:moveTo>
                    <a:pt x="0" y="0"/>
                  </a:moveTo>
                  <a:lnTo>
                    <a:pt x="10296144" y="0"/>
                  </a:lnTo>
                  <a:lnTo>
                    <a:pt x="102961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3430" r="0" b="-2634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10296144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BATTLE PLAN</a:t>
              </a:r>
            </a:p>
          </p:txBody>
        </p:sp>
      </p:grpSp>
      <p:sp>
        <p:nvSpPr>
          <p:cNvPr name="AutoShape 75" id="75"/>
          <p:cNvSpPr/>
          <p:nvPr/>
        </p:nvSpPr>
        <p:spPr>
          <a:xfrm rot="5352900">
            <a:off x="7789345" y="6514529"/>
            <a:ext cx="4172341" cy="0"/>
          </a:xfrm>
          <a:prstGeom prst="line">
            <a:avLst/>
          </a:prstGeom>
          <a:ln cap="rnd" w="28575">
            <a:solidFill>
              <a:srgbClr val="E4E4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6" id="76"/>
          <p:cNvGrpSpPr/>
          <p:nvPr/>
        </p:nvGrpSpPr>
        <p:grpSpPr>
          <a:xfrm rot="0">
            <a:off x="9664446" y="4260342"/>
            <a:ext cx="422148" cy="422148"/>
            <a:chOff x="0" y="0"/>
            <a:chExt cx="562864" cy="5628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281432"/>
                  </a:moveTo>
                  <a:cubicBezTo>
                    <a:pt x="0" y="125984"/>
                    <a:pt x="125984" y="0"/>
                    <a:pt x="281432" y="0"/>
                  </a:cubicBezTo>
                  <a:cubicBezTo>
                    <a:pt x="436880" y="0"/>
                    <a:pt x="562864" y="125984"/>
                    <a:pt x="562864" y="281432"/>
                  </a:cubicBezTo>
                  <a:cubicBezTo>
                    <a:pt x="562864" y="436880"/>
                    <a:pt x="436880" y="562864"/>
                    <a:pt x="281432" y="562864"/>
                  </a:cubicBezTo>
                  <a:cubicBezTo>
                    <a:pt x="125984" y="562864"/>
                    <a:pt x="0" y="436880"/>
                    <a:pt x="0" y="281432"/>
                  </a:cubicBezTo>
                  <a:close/>
                </a:path>
              </a:pathLst>
            </a:custGeom>
            <a:solidFill>
              <a:srgbClr val="E6206E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0314432" y="4169664"/>
            <a:ext cx="6761988" cy="384048"/>
            <a:chOff x="0" y="0"/>
            <a:chExt cx="9015984" cy="51206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015984" cy="512064"/>
            </a:xfrm>
            <a:custGeom>
              <a:avLst/>
              <a:gdLst/>
              <a:ahLst/>
              <a:cxnLst/>
              <a:rect r="r" b="b" t="t" l="l"/>
              <a:pathLst>
                <a:path h="512064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3075" r="0" b="-29307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901598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IDEATION &amp; RESEARCH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314432" y="4539996"/>
            <a:ext cx="6761988" cy="438912"/>
            <a:chOff x="0" y="0"/>
            <a:chExt cx="9015984" cy="58521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015984" cy="585216"/>
            </a:xfrm>
            <a:custGeom>
              <a:avLst/>
              <a:gdLst/>
              <a:ahLst/>
              <a:cxnLst/>
              <a:rect r="r" b="b" t="t" l="l"/>
              <a:pathLst>
                <a:path h="585216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0191" r="0" b="-25019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901598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Lock the problem angle, split roles, sketch architecture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64446" y="5289042"/>
            <a:ext cx="422148" cy="422148"/>
            <a:chOff x="0" y="0"/>
            <a:chExt cx="562864" cy="5628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281432"/>
                  </a:moveTo>
                  <a:cubicBezTo>
                    <a:pt x="0" y="125984"/>
                    <a:pt x="125984" y="0"/>
                    <a:pt x="281432" y="0"/>
                  </a:cubicBezTo>
                  <a:cubicBezTo>
                    <a:pt x="436880" y="0"/>
                    <a:pt x="562864" y="125984"/>
                    <a:pt x="562864" y="281432"/>
                  </a:cubicBezTo>
                  <a:cubicBezTo>
                    <a:pt x="562864" y="436880"/>
                    <a:pt x="436880" y="562864"/>
                    <a:pt x="281432" y="562864"/>
                  </a:cubicBezTo>
                  <a:cubicBezTo>
                    <a:pt x="125984" y="562864"/>
                    <a:pt x="0" y="436880"/>
                    <a:pt x="0" y="281432"/>
                  </a:cubicBezTo>
                  <a:close/>
                </a:path>
              </a:pathLst>
            </a:custGeom>
            <a:solidFill>
              <a:srgbClr val="1C4FA8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0314432" y="5198364"/>
            <a:ext cx="6761988" cy="384048"/>
            <a:chOff x="0" y="0"/>
            <a:chExt cx="9015984" cy="5120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015984" cy="512064"/>
            </a:xfrm>
            <a:custGeom>
              <a:avLst/>
              <a:gdLst/>
              <a:ahLst/>
              <a:cxnLst/>
              <a:rect r="r" b="b" t="t" l="l"/>
              <a:pathLst>
                <a:path h="512064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3075" r="0" b="-29307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901598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 BUILD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314432" y="5568696"/>
            <a:ext cx="6761988" cy="438912"/>
            <a:chOff x="0" y="0"/>
            <a:chExt cx="9015984" cy="5852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015984" cy="585216"/>
            </a:xfrm>
            <a:custGeom>
              <a:avLst/>
              <a:gdLst/>
              <a:ahLst/>
              <a:cxnLst/>
              <a:rect r="r" b="b" t="t" l="l"/>
              <a:pathLst>
                <a:path h="585216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0191" r="0" b="-25019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901598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+ model pipeline + UI skeleton in parallel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664446" y="6317742"/>
            <a:ext cx="422148" cy="422148"/>
            <a:chOff x="0" y="0"/>
            <a:chExt cx="562864" cy="5628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281432"/>
                  </a:moveTo>
                  <a:cubicBezTo>
                    <a:pt x="0" y="125984"/>
                    <a:pt x="125984" y="0"/>
                    <a:pt x="281432" y="0"/>
                  </a:cubicBezTo>
                  <a:cubicBezTo>
                    <a:pt x="436880" y="0"/>
                    <a:pt x="562864" y="125984"/>
                    <a:pt x="562864" y="281432"/>
                  </a:cubicBezTo>
                  <a:cubicBezTo>
                    <a:pt x="562864" y="436880"/>
                    <a:pt x="436880" y="562864"/>
                    <a:pt x="281432" y="562864"/>
                  </a:cubicBezTo>
                  <a:cubicBezTo>
                    <a:pt x="125984" y="562864"/>
                    <a:pt x="0" y="436880"/>
                    <a:pt x="0" y="281432"/>
                  </a:cubicBezTo>
                  <a:close/>
                </a:path>
              </a:pathLst>
            </a:custGeom>
            <a:solidFill>
              <a:srgbClr val="7B2FF7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0314432" y="6227064"/>
            <a:ext cx="6761988" cy="384048"/>
            <a:chOff x="0" y="0"/>
            <a:chExt cx="9015984" cy="5120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015984" cy="512064"/>
            </a:xfrm>
            <a:custGeom>
              <a:avLst/>
              <a:gdLst/>
              <a:ahLst/>
              <a:cxnLst/>
              <a:rect r="r" b="b" t="t" l="l"/>
              <a:pathLst>
                <a:path h="512064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3075" r="0" b="-29307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901598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INTEGRATION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314432" y="6597396"/>
            <a:ext cx="6761988" cy="438912"/>
            <a:chOff x="0" y="0"/>
            <a:chExt cx="9015984" cy="58521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015984" cy="585216"/>
            </a:xfrm>
            <a:custGeom>
              <a:avLst/>
              <a:gdLst/>
              <a:ahLst/>
              <a:cxnLst/>
              <a:rect r="r" b="b" t="t" l="l"/>
              <a:pathLst>
                <a:path h="585216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0191" r="0" b="-25019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901598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frontend ↔ backend ↔ model, fix edge cases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664446" y="7346442"/>
            <a:ext cx="422148" cy="422148"/>
            <a:chOff x="0" y="0"/>
            <a:chExt cx="562864" cy="56286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281432"/>
                  </a:moveTo>
                  <a:cubicBezTo>
                    <a:pt x="0" y="125984"/>
                    <a:pt x="125984" y="0"/>
                    <a:pt x="281432" y="0"/>
                  </a:cubicBezTo>
                  <a:cubicBezTo>
                    <a:pt x="436880" y="0"/>
                    <a:pt x="562864" y="125984"/>
                    <a:pt x="562864" y="281432"/>
                  </a:cubicBezTo>
                  <a:cubicBezTo>
                    <a:pt x="562864" y="436880"/>
                    <a:pt x="436880" y="562864"/>
                    <a:pt x="281432" y="562864"/>
                  </a:cubicBezTo>
                  <a:cubicBezTo>
                    <a:pt x="125984" y="562864"/>
                    <a:pt x="0" y="436880"/>
                    <a:pt x="0" y="281432"/>
                  </a:cubicBezTo>
                  <a:close/>
                </a:path>
              </a:pathLst>
            </a:custGeom>
            <a:solidFill>
              <a:srgbClr val="1FA24A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314432" y="7255764"/>
            <a:ext cx="6761988" cy="384048"/>
            <a:chOff x="0" y="0"/>
            <a:chExt cx="9015984" cy="51206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015984" cy="512064"/>
            </a:xfrm>
            <a:custGeom>
              <a:avLst/>
              <a:gdLst/>
              <a:ahLst/>
              <a:cxnLst/>
              <a:rect r="r" b="b" t="t" l="l"/>
              <a:pathLst>
                <a:path h="512064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3075" r="0" b="-293075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901598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POLISH &amp; TEST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314432" y="7626096"/>
            <a:ext cx="6761988" cy="438912"/>
            <a:chOff x="0" y="0"/>
            <a:chExt cx="9015984" cy="5852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015984" cy="585216"/>
            </a:xfrm>
            <a:custGeom>
              <a:avLst/>
              <a:gdLst/>
              <a:ahLst/>
              <a:cxnLst/>
              <a:rect r="r" b="b" t="t" l="l"/>
              <a:pathLst>
                <a:path h="585216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0191" r="0" b="-25019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901598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UX pass, bug fixes, rehearse the demo flow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64446" y="8375142"/>
            <a:ext cx="422148" cy="422148"/>
            <a:chOff x="0" y="0"/>
            <a:chExt cx="562864" cy="56286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281432"/>
                  </a:moveTo>
                  <a:cubicBezTo>
                    <a:pt x="0" y="125984"/>
                    <a:pt x="125984" y="0"/>
                    <a:pt x="281432" y="0"/>
                  </a:cubicBezTo>
                  <a:cubicBezTo>
                    <a:pt x="436880" y="0"/>
                    <a:pt x="562864" y="125984"/>
                    <a:pt x="562864" y="281432"/>
                  </a:cubicBezTo>
                  <a:cubicBezTo>
                    <a:pt x="562864" y="436880"/>
                    <a:pt x="436880" y="562864"/>
                    <a:pt x="281432" y="562864"/>
                  </a:cubicBezTo>
                  <a:cubicBezTo>
                    <a:pt x="125984" y="562864"/>
                    <a:pt x="0" y="436880"/>
                    <a:pt x="0" y="281432"/>
                  </a:cubicBezTo>
                  <a:close/>
                </a:path>
              </a:pathLst>
            </a:custGeom>
            <a:solidFill>
              <a:srgbClr val="F0871E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314432" y="8284464"/>
            <a:ext cx="6761988" cy="384048"/>
            <a:chOff x="0" y="0"/>
            <a:chExt cx="9015984" cy="51206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015984" cy="512064"/>
            </a:xfrm>
            <a:custGeom>
              <a:avLst/>
              <a:gdLst/>
              <a:ahLst/>
              <a:cxnLst/>
              <a:rect r="r" b="b" t="t" l="l"/>
              <a:pathLst>
                <a:path h="512064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3075" r="0" b="-29307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901598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PITCH READY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314432" y="8654796"/>
            <a:ext cx="6761988" cy="438912"/>
            <a:chOff x="0" y="0"/>
            <a:chExt cx="9015984" cy="58521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015984" cy="585216"/>
            </a:xfrm>
            <a:custGeom>
              <a:avLst/>
              <a:gdLst/>
              <a:ahLst/>
              <a:cxnLst/>
              <a:rect r="r" b="b" t="t" l="l"/>
              <a:pathLst>
                <a:path h="585216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0191" r="0" b="-25019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901598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Slides, demo video backup, final Q&amp;A prep</a:t>
              </a:r>
            </a:p>
          </p:txBody>
        </p:sp>
      </p:grpSp>
      <p:sp>
        <p:nvSpPr>
          <p:cNvPr name="Freeform 116" id="116"/>
          <p:cNvSpPr/>
          <p:nvPr/>
        </p:nvSpPr>
        <p:spPr>
          <a:xfrm flipH="false" flipV="false" rot="0">
            <a:off x="754380" y="292410"/>
            <a:ext cx="2716945" cy="1053663"/>
          </a:xfrm>
          <a:custGeom>
            <a:avLst/>
            <a:gdLst/>
            <a:ahLst/>
            <a:cxnLst/>
            <a:rect r="r" b="b" t="t" l="l"/>
            <a:pathLst>
              <a:path h="1053663" w="2716945">
                <a:moveTo>
                  <a:pt x="0" y="0"/>
                </a:moveTo>
                <a:lnTo>
                  <a:pt x="2716945" y="0"/>
                </a:lnTo>
                <a:lnTo>
                  <a:pt x="2716945" y="1053663"/>
                </a:lnTo>
                <a:lnTo>
                  <a:pt x="0" y="1053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DAHTF6iapWM</dc:identifier>
  <dcterms:modified xsi:type="dcterms:W3CDTF">2011-08-01T06:04:30Z</dcterms:modified>
  <cp:revision>1</cp:revision>
  <dc:title>MEDAITHON_Team_Template-2.pptx</dc:title>
</cp:coreProperties>
</file>